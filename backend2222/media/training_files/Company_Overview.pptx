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4.xml" ContentType="application/vnd.openxmlformats-officedocument.theme+xml"/>
  <Override PartName="/ppt/slideLayouts/slideLayout7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13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4" r:id="rId5"/>
    <p:sldMasterId id="2147483697" r:id="rId6"/>
    <p:sldMasterId id="2147483709" r:id="rId7"/>
    <p:sldMasterId id="2147483734" r:id="rId8"/>
  </p:sldMasterIdLst>
  <p:notesMasterIdLst>
    <p:notesMasterId r:id="rId20"/>
  </p:notesMasterIdLst>
  <p:sldIdLst>
    <p:sldId id="25042" r:id="rId9"/>
    <p:sldId id="25045" r:id="rId10"/>
    <p:sldId id="25044" r:id="rId11"/>
    <p:sldId id="25046" r:id="rId12"/>
    <p:sldId id="25047" r:id="rId13"/>
    <p:sldId id="25048" r:id="rId14"/>
    <p:sldId id="25049" r:id="rId15"/>
    <p:sldId id="25050" r:id="rId16"/>
    <p:sldId id="25051" r:id="rId17"/>
    <p:sldId id="25054" r:id="rId18"/>
    <p:sldId id="25053" r:id="rId19"/>
  </p:sldIdLst>
  <p:sldSz cx="9144000" cy="6858000" type="screen4x3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SSR FRASSY" initials="TF" lastIdx="2" clrIdx="0">
    <p:extLst>
      <p:ext uri="{19B8F6BF-5375-455C-9EA6-DF929625EA0E}">
        <p15:presenceInfo xmlns:p15="http://schemas.microsoft.com/office/powerpoint/2012/main" userId="S-1-5-21-1562720526-2131298733-2626444879-112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5BF4F"/>
    <a:srgbClr val="FFFFFF"/>
    <a:srgbClr val="000099"/>
    <a:srgbClr val="0033CC"/>
    <a:srgbClr val="000000"/>
    <a:srgbClr val="00FFFF"/>
    <a:srgbClr val="FF33CC"/>
    <a:srgbClr val="1309D5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82" autoAdjust="0"/>
    <p:restoredTop sz="94404" autoAdjust="0"/>
  </p:normalViewPr>
  <p:slideViewPr>
    <p:cSldViewPr snapToGrid="0" showGuides="1">
      <p:cViewPr varScale="1">
        <p:scale>
          <a:sx n="63" d="100"/>
          <a:sy n="63" d="100"/>
        </p:scale>
        <p:origin x="128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6" d="100"/>
          <a:sy n="46" d="100"/>
        </p:scale>
        <p:origin x="281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626" cy="49518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599" y="0"/>
            <a:ext cx="2918626" cy="49518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2ED844-436D-4C35-B821-D5E889AE4582}" type="datetimeFigureOut">
              <a:rPr lang="en-US" smtClean="0"/>
              <a:pPr/>
              <a:t>8/2/2025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7763" y="1233488"/>
            <a:ext cx="4440237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884" y="4748312"/>
            <a:ext cx="5387995" cy="38851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132"/>
            <a:ext cx="2918626" cy="49518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599" y="9371132"/>
            <a:ext cx="2918626" cy="49518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E7E930-800F-4CAF-8BD2-8DC963043B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55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7DAA6-85D3-BD07-4F92-DCCEECAE4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CB6CB0-8207-10E8-5810-6ACA37148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115C5-B8A1-3868-210C-40287B4D0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C5E38-677A-B698-09A7-D9FE57A478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0D2D02-C42A-4DAC-9C45-ECE82773F41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0880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CA306-989C-F497-384E-09731B18A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E7495A-BDCE-A687-4A62-0B4B3FC8F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3C5515-AB92-90FB-E8CA-3715C4DB2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CA975-FD33-2648-6AB3-08184623F2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0D2D02-C42A-4DAC-9C45-ECE82773F41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6271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53EE5-80C4-0ECF-A735-1751425C7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184CC4-FEB4-39E7-7CBB-C7486925A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D4BA4-D7DD-8D62-9921-F0CB40A0D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D578A-3A3D-75A4-1541-D35A967247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0D2D02-C42A-4DAC-9C45-ECE82773F41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089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98316-1E5E-4BF2-A802-E0D309DE5F46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663BA-864A-4C01-9136-DE27C750E0D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B367F7E8-E8A1-FE8C-D9F7-B1BC527DECE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20713"/>
            <a:ext cx="91440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F18F314E-EE9E-4FE3-3F0F-08DE9E855158}"/>
              </a:ext>
            </a:extLst>
          </p:cNvPr>
          <p:cNvSpPr txBox="1">
            <a:spLocks/>
          </p:cNvSpPr>
          <p:nvPr userDrawn="1"/>
        </p:nvSpPr>
        <p:spPr>
          <a:xfrm>
            <a:off x="8577263" y="444500"/>
            <a:ext cx="446087" cy="274638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spAutoFit/>
          </a:bodyPr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7114C9-44D6-45E8-BDC7-26CE126E0EFC}" type="slidenum">
              <a:rPr kumimoji="1" lang="ja-JP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8B2442-DAAF-40D2-055D-8F59C968DC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51" t="8161" b="6765"/>
          <a:stretch/>
        </p:blipFill>
        <p:spPr>
          <a:xfrm>
            <a:off x="8000998" y="0"/>
            <a:ext cx="1143002" cy="64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263002B-C94E-F747-D173-12BFFD59E19A}"/>
              </a:ext>
            </a:extLst>
          </p:cNvPr>
          <p:cNvSpPr/>
          <p:nvPr userDrawn="1"/>
        </p:nvSpPr>
        <p:spPr>
          <a:xfrm>
            <a:off x="0" y="6750000"/>
            <a:ext cx="8712000" cy="1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b="0" dirty="0">
              <a:solidFill>
                <a:schemeClr val="bg1"/>
              </a:solidFill>
              <a:latin typeface="CG Omega" panose="020B05020505080203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001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98316-1E5E-4BF2-A802-E0D309DE5F46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663BA-864A-4C01-9136-DE27C750E0D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CCC3D6B2-F4BD-3EB0-4AFA-54B4BDC4363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20713"/>
            <a:ext cx="91440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F01D7EEB-B394-22B2-F371-C50C90CA36F5}"/>
              </a:ext>
            </a:extLst>
          </p:cNvPr>
          <p:cNvSpPr txBox="1">
            <a:spLocks/>
          </p:cNvSpPr>
          <p:nvPr userDrawn="1"/>
        </p:nvSpPr>
        <p:spPr>
          <a:xfrm>
            <a:off x="8577263" y="444500"/>
            <a:ext cx="446087" cy="274638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spAutoFit/>
          </a:bodyPr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7114C9-44D6-45E8-BDC7-26CE126E0EFC}" type="slidenum">
              <a:rPr kumimoji="1" lang="ja-JP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86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98316-1E5E-4BF2-A802-E0D309DE5F46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663BA-864A-4C01-9136-DE27C750E0D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461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7" y="1825625"/>
            <a:ext cx="290036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825625"/>
            <a:ext cx="290036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98316-1E5E-4BF2-A802-E0D309DE5F46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663BA-864A-4C01-9136-DE27C750E0D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107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98316-1E5E-4BF2-A802-E0D309DE5F46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663BA-864A-4C01-9136-DE27C750E0D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9486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98316-1E5E-4BF2-A802-E0D309DE5F46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663BA-864A-4C01-9136-DE27C750E0D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7514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98316-1E5E-4BF2-A802-E0D309DE5F46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663BA-864A-4C01-9136-DE27C750E0D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C90756-1BBB-9EF6-5AFD-64FC6F974C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51" t="8161" b="6765"/>
          <a:stretch/>
        </p:blipFill>
        <p:spPr>
          <a:xfrm>
            <a:off x="8000998" y="0"/>
            <a:ext cx="1143002" cy="64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1977B23-E700-5722-40D9-56C6B30F8682}"/>
              </a:ext>
            </a:extLst>
          </p:cNvPr>
          <p:cNvSpPr/>
          <p:nvPr userDrawn="1"/>
        </p:nvSpPr>
        <p:spPr>
          <a:xfrm>
            <a:off x="0" y="6750000"/>
            <a:ext cx="8712000" cy="1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b="0" dirty="0">
              <a:solidFill>
                <a:schemeClr val="bg1"/>
              </a:solidFill>
              <a:latin typeface="CG Omega" panose="020B05020505080203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403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98316-1E5E-4BF2-A802-E0D309DE5F46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663BA-864A-4C01-9136-DE27C750E0D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3842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98316-1E5E-4BF2-A802-E0D309DE5F46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663BA-864A-4C01-9136-DE27C750E0D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1593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98316-1E5E-4BF2-A802-E0D309DE5F46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663BA-864A-4C01-9136-DE27C750E0D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3912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2196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98316-1E5E-4BF2-A802-E0D309DE5F46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663BA-864A-4C01-9136-DE27C750E0D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8338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3C0D052A-5695-47B3-06C5-657708E8242A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-2116" y="627362"/>
            <a:ext cx="7992000" cy="1588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A1FB966-4AAA-0948-EDB5-86198806E2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51" t="8161" b="6765"/>
          <a:stretch/>
        </p:blipFill>
        <p:spPr>
          <a:xfrm>
            <a:off x="8000998" y="0"/>
            <a:ext cx="1143002" cy="64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93BBBA4-4AA7-402D-798C-8B0EBB5A57B9}"/>
              </a:ext>
            </a:extLst>
          </p:cNvPr>
          <p:cNvSpPr/>
          <p:nvPr userDrawn="1"/>
        </p:nvSpPr>
        <p:spPr>
          <a:xfrm>
            <a:off x="0" y="6750000"/>
            <a:ext cx="8712000" cy="10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b="0" dirty="0">
              <a:solidFill>
                <a:schemeClr val="bg1"/>
              </a:solidFill>
              <a:latin typeface="CG Omega" panose="020B05020505080203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791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450064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528320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3830180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997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596045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399811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0075809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5480567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31677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2752268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8032132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b="1">
                <a:latin typeface="Arial" pitchFamily="34" charset="0"/>
                <a:ea typeface="ＭＳ Ｐゴシック" pitchFamily="50" charset="-128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50" charset="-128"/>
              <a:cs typeface="+mn-cs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b="1">
                <a:latin typeface="Arial" pitchFamily="34" charset="0"/>
                <a:ea typeface="ＭＳ Ｐゴシック" pitchFamily="50" charset="-128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50" charset="-128"/>
              <a:cs typeface="+mn-cs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b="1">
                <a:latin typeface="Arial" pitchFamily="34" charset="0"/>
                <a:ea typeface="ＭＳ Ｐゴシック" pitchFamily="50" charset="-128"/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92ECB7-E897-49E2-93D9-56E26824F745}" type="slidenum">
              <a:rPr kumimoji="0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pitchFamily="50" charset="-128"/>
                <a:cs typeface="+mn-cs"/>
              </a:rPr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ja-JP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0481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891345383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40096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5382351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6351747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6023299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752951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5161411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323524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3263908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484732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7811771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8405244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719356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/>
          </p:nvPr>
        </p:nvSpPr>
        <p:spPr>
          <a:xfrm>
            <a:off x="457200" y="274640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03857313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409485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279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741227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8862712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7352863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553117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9"/>
          <p:cNvSpPr>
            <a:spLocks noChangeShapeType="1"/>
          </p:cNvSpPr>
          <p:nvPr userDrawn="1"/>
        </p:nvSpPr>
        <p:spPr bwMode="auto">
          <a:xfrm>
            <a:off x="0" y="582613"/>
            <a:ext cx="91440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/>
              <a:cs typeface="+mn-cs"/>
            </a:endParaRPr>
          </a:p>
        </p:txBody>
      </p:sp>
      <p:sp>
        <p:nvSpPr>
          <p:cNvPr id="5" name="Line 10"/>
          <p:cNvSpPr>
            <a:spLocks noChangeShapeType="1"/>
          </p:cNvSpPr>
          <p:nvPr userDrawn="1"/>
        </p:nvSpPr>
        <p:spPr bwMode="auto">
          <a:xfrm>
            <a:off x="0" y="620713"/>
            <a:ext cx="91440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/>
              <a:cs typeface="+mn-cs"/>
            </a:endParaRPr>
          </a:p>
        </p:txBody>
      </p:sp>
      <p:sp>
        <p:nvSpPr>
          <p:cNvPr id="6" name="スライド番号プレースホルダー 5"/>
          <p:cNvSpPr txBox="1">
            <a:spLocks/>
          </p:cNvSpPr>
          <p:nvPr userDrawn="1"/>
        </p:nvSpPr>
        <p:spPr>
          <a:xfrm>
            <a:off x="8697621" y="466404"/>
            <a:ext cx="325730" cy="230832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spAutoFit/>
          </a:bodyPr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08947D6-AF1F-4309-8EAC-5A47812BCC8C}" type="slidenum">
              <a:rPr kumimoji="1" lang="ja-JP" alt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851010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4091334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41921516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26865967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515354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/>
          </p:nvPr>
        </p:nvSpPr>
        <p:spPr>
          <a:xfrm>
            <a:off x="457200" y="274642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181548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7268713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4748235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81006135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0714806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67693500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238811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b="1">
                <a:latin typeface="Arial" pitchFamily="34" charset="0"/>
                <a:ea typeface="ＭＳ Ｐゴシック" pitchFamily="50" charset="-128"/>
              </a:defRPr>
            </a:lvl1pPr>
          </a:lstStyle>
          <a:p>
            <a:pPr defTabSz="457200">
              <a:defRPr/>
            </a:pPr>
            <a:endParaRPr lang="ja-JP" altLang="en-US">
              <a:solidFill>
                <a:srgbClr val="000000"/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b="1">
                <a:latin typeface="Arial" pitchFamily="34" charset="0"/>
                <a:ea typeface="ＭＳ Ｐゴシック" pitchFamily="50" charset="-128"/>
              </a:defRPr>
            </a:lvl1pPr>
          </a:lstStyle>
          <a:p>
            <a:pPr defTabSz="457200">
              <a:defRPr/>
            </a:pPr>
            <a:endParaRPr lang="ja-JP" altLang="en-US">
              <a:solidFill>
                <a:srgbClr val="000000"/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 b="1">
                <a:latin typeface="Arial" pitchFamily="34" charset="0"/>
                <a:ea typeface="ＭＳ Ｐゴシック" pitchFamily="50" charset="-128"/>
              </a:defRPr>
            </a:lvl1pPr>
          </a:lstStyle>
          <a:p>
            <a:pPr defTabSz="457200">
              <a:defRPr/>
            </a:pPr>
            <a:fld id="{4092ECB7-E897-49E2-93D9-56E26824F745}" type="slidenum">
              <a:rPr lang="ja-JP" altLang="en-US" smtClean="0">
                <a:solidFill>
                  <a:srgbClr val="000000"/>
                </a:solidFill>
              </a:rPr>
              <a:pPr defTabSz="457200">
                <a:defRPr/>
              </a:pPr>
              <a:t>‹#›</a:t>
            </a:fld>
            <a:endParaRPr lang="ja-JP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5349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03359056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46900157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3479602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30240389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6359502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6575479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91374129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7767049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21235675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2120503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9"/>
          <p:cNvSpPr>
            <a:spLocks noChangeShapeType="1"/>
          </p:cNvSpPr>
          <p:nvPr userDrawn="1"/>
        </p:nvSpPr>
        <p:spPr bwMode="auto">
          <a:xfrm>
            <a:off x="0" y="582613"/>
            <a:ext cx="91440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Line 10"/>
          <p:cNvSpPr>
            <a:spLocks noChangeShapeType="1"/>
          </p:cNvSpPr>
          <p:nvPr userDrawn="1"/>
        </p:nvSpPr>
        <p:spPr bwMode="auto">
          <a:xfrm>
            <a:off x="0" y="620713"/>
            <a:ext cx="91440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スライド番号プレースホルダー 5"/>
          <p:cNvSpPr txBox="1">
            <a:spLocks/>
          </p:cNvSpPr>
          <p:nvPr userDrawn="1"/>
        </p:nvSpPr>
        <p:spPr>
          <a:xfrm>
            <a:off x="8651134" y="443324"/>
            <a:ext cx="372218" cy="276999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spAutoFit/>
          </a:bodyPr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52DC5F-28DE-409F-A2C8-1A31C043FECF}" type="slidenum">
              <a:rPr kumimoji="1" lang="ja-JP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38076127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7715933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224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theme" Target="../theme/theme4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198316-1E5E-4BF2-A802-E0D309DE5F46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8/2/2025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663BA-864A-4C01-9136-DE27C750E0D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3B4C0B26-EE1C-26B3-40E6-9D6005017CF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20713"/>
            <a:ext cx="91440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B87FDBB5-FC02-808D-D941-F75FE4FCD0CE}"/>
              </a:ext>
            </a:extLst>
          </p:cNvPr>
          <p:cNvSpPr txBox="1">
            <a:spLocks/>
          </p:cNvSpPr>
          <p:nvPr userDrawn="1"/>
        </p:nvSpPr>
        <p:spPr>
          <a:xfrm>
            <a:off x="8577263" y="444500"/>
            <a:ext cx="446087" cy="274638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spAutoFit/>
          </a:bodyPr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7114C9-44D6-45E8-BDC7-26CE126E0EFC}" type="slidenum">
              <a:rPr kumimoji="1" lang="ja-JP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5329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9"/>
          <p:cNvSpPr>
            <a:spLocks noChangeShapeType="1"/>
          </p:cNvSpPr>
          <p:nvPr/>
        </p:nvSpPr>
        <p:spPr bwMode="auto">
          <a:xfrm>
            <a:off x="0" y="582613"/>
            <a:ext cx="91440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1027" name="Line 10"/>
          <p:cNvSpPr>
            <a:spLocks noChangeShapeType="1"/>
          </p:cNvSpPr>
          <p:nvPr/>
        </p:nvSpPr>
        <p:spPr bwMode="auto">
          <a:xfrm>
            <a:off x="0" y="620713"/>
            <a:ext cx="91440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8" name="スライド番号プレースホルダー 5"/>
          <p:cNvSpPr txBox="1">
            <a:spLocks/>
          </p:cNvSpPr>
          <p:nvPr/>
        </p:nvSpPr>
        <p:spPr>
          <a:xfrm>
            <a:off x="8577263" y="444500"/>
            <a:ext cx="446087" cy="274638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spAutoFit/>
          </a:bodyPr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7114C9-44D6-45E8-BDC7-26CE126E0EFC}" type="slidenum">
              <a:rPr kumimoji="1" lang="ja-JP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9107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9"/>
          <p:cNvSpPr>
            <a:spLocks noChangeShapeType="1"/>
          </p:cNvSpPr>
          <p:nvPr/>
        </p:nvSpPr>
        <p:spPr bwMode="auto">
          <a:xfrm>
            <a:off x="0" y="582613"/>
            <a:ext cx="91440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1027" name="Line 10"/>
          <p:cNvSpPr>
            <a:spLocks noChangeShapeType="1"/>
          </p:cNvSpPr>
          <p:nvPr/>
        </p:nvSpPr>
        <p:spPr bwMode="auto">
          <a:xfrm>
            <a:off x="0" y="620713"/>
            <a:ext cx="91440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8" name="スライド番号プレースホルダー 5"/>
          <p:cNvSpPr txBox="1">
            <a:spLocks/>
          </p:cNvSpPr>
          <p:nvPr/>
        </p:nvSpPr>
        <p:spPr>
          <a:xfrm>
            <a:off x="8697621" y="466404"/>
            <a:ext cx="325730" cy="230832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spAutoFit/>
          </a:bodyPr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368532E-67A6-492D-995B-F4189C554627}" type="slidenum">
              <a:rPr kumimoji="1" lang="ja-JP" alt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388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pitchFamily="50" charset="-128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pitchFamily="50" charset="-128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pitchFamily="50" charset="-128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pitchFamily="50" charset="-128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Arial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9"/>
          <p:cNvSpPr>
            <a:spLocks noChangeShapeType="1"/>
          </p:cNvSpPr>
          <p:nvPr/>
        </p:nvSpPr>
        <p:spPr bwMode="auto">
          <a:xfrm>
            <a:off x="0" y="582613"/>
            <a:ext cx="91440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1027" name="Line 10"/>
          <p:cNvSpPr>
            <a:spLocks noChangeShapeType="1"/>
          </p:cNvSpPr>
          <p:nvPr/>
        </p:nvSpPr>
        <p:spPr bwMode="auto">
          <a:xfrm>
            <a:off x="0" y="620713"/>
            <a:ext cx="91440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  <p:sp>
        <p:nvSpPr>
          <p:cNvPr id="8" name="スライド番号プレースホルダー 5"/>
          <p:cNvSpPr txBox="1">
            <a:spLocks/>
          </p:cNvSpPr>
          <p:nvPr/>
        </p:nvSpPr>
        <p:spPr>
          <a:xfrm>
            <a:off x="8651134" y="443324"/>
            <a:ext cx="372218" cy="276999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spAutoFit/>
          </a:bodyPr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7114C9-44D6-45E8-BDC7-26CE126E0EFC}" type="slidenum">
              <a:rPr kumimoji="1" lang="ja-JP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ＭＳ Ｐゴシック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8891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9"/>
          <p:cNvSpPr>
            <a:spLocks noChangeShapeType="1"/>
          </p:cNvSpPr>
          <p:nvPr/>
        </p:nvSpPr>
        <p:spPr bwMode="auto">
          <a:xfrm>
            <a:off x="0" y="582613"/>
            <a:ext cx="91440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1027" name="Line 10"/>
          <p:cNvSpPr>
            <a:spLocks noChangeShapeType="1"/>
          </p:cNvSpPr>
          <p:nvPr/>
        </p:nvSpPr>
        <p:spPr bwMode="auto">
          <a:xfrm>
            <a:off x="0" y="620713"/>
            <a:ext cx="91440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 txBox="1">
            <a:spLocks/>
          </p:cNvSpPr>
          <p:nvPr userDrawn="1"/>
        </p:nvSpPr>
        <p:spPr>
          <a:xfrm>
            <a:off x="8522892" y="443320"/>
            <a:ext cx="500458" cy="276999"/>
          </a:xfrm>
          <a:prstGeom prst="rect">
            <a:avLst/>
          </a:prstGeom>
          <a:solidFill>
            <a:schemeClr val="bg1"/>
          </a:solidFill>
        </p:spPr>
        <p:txBody>
          <a:bodyPr wrap="none" anchor="ctr">
            <a:spAutoFit/>
          </a:bodyPr>
          <a:lstStyle>
            <a:defPPr>
              <a:defRPr lang="ja-JP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-128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umimoji="1" sz="1600" b="1" kern="1200">
                <a:solidFill>
                  <a:srgbClr val="FF0000"/>
                </a:solidFill>
                <a:latin typeface="Arial" charset="0"/>
                <a:ea typeface="ＭＳ Ｐゴシック" charset="-128"/>
                <a:cs typeface="+mn-cs"/>
              </a:defRPr>
            </a:lvl9pPr>
          </a:lstStyle>
          <a:p>
            <a:pPr>
              <a:defRPr/>
            </a:pPr>
            <a:fld id="{8368532E-67A6-492D-995B-F4189C554627}" type="slidenum">
              <a:rPr lang="ja-JP" altLang="en-US" smtClean="0">
                <a:solidFill>
                  <a:srgbClr val="0000FF"/>
                </a:solidFill>
              </a:rPr>
              <a:pPr>
                <a:defRPr/>
              </a:pPr>
              <a:t>‹#›</a:t>
            </a:fld>
            <a:r>
              <a:rPr lang="en-US" altLang="ja-JP" dirty="0">
                <a:solidFill>
                  <a:srgbClr val="0000FF"/>
                </a:solidFill>
              </a:rPr>
              <a:t>/8</a:t>
            </a:r>
            <a:endParaRPr lang="ja-JP" altLang="en-US" dirty="0">
              <a:solidFill>
                <a:srgbClr val="0000FF"/>
              </a:solidFill>
            </a:endParaRPr>
          </a:p>
        </p:txBody>
      </p:sp>
      <p:pic>
        <p:nvPicPr>
          <p:cNvPr id="5" name="Picture 5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36296" y="137121"/>
            <a:ext cx="1872208" cy="33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5342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FAA18-A265-CF15-D2B7-657DD201A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6">
            <a:extLst>
              <a:ext uri="{FF2B5EF4-FFF2-40B4-BE49-F238E27FC236}">
                <a16:creationId xmlns:a16="http://schemas.microsoft.com/office/drawing/2014/main" id="{C26AA7EF-6641-CBFB-C553-BF1C8AC9D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525" y="-101363"/>
            <a:ext cx="9193050" cy="68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CA4C88B5-95C8-0B05-FB41-7E6DCFFBF865}"/>
              </a:ext>
            </a:extLst>
          </p:cNvPr>
          <p:cNvSpPr txBox="1"/>
          <p:nvPr/>
        </p:nvSpPr>
        <p:spPr>
          <a:xfrm>
            <a:off x="742950" y="609600"/>
            <a:ext cx="7658100" cy="590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0" tIns="45711" rIns="91419" bIns="45711">
            <a:spAutoFit/>
          </a:bodyPr>
          <a:lstStyle>
            <a:defPPr>
              <a:defRPr lang="de-DE"/>
            </a:defPPr>
            <a:lvl1pPr defTabSz="912791">
              <a:lnSpc>
                <a:spcPct val="90000"/>
              </a:lnSpc>
              <a:defRPr sz="32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G Omega" panose="020B05020505080203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3600" b="1" dirty="0">
                <a:solidFill>
                  <a:schemeClr val="bg1"/>
                </a:solidFill>
                <a:effectLst/>
              </a:rPr>
              <a:t>Krishna Maruti Limited (Seat-4)</a:t>
            </a:r>
          </a:p>
        </p:txBody>
      </p:sp>
      <p:sp>
        <p:nvSpPr>
          <p:cNvPr id="75" name="TextBox 1">
            <a:extLst>
              <a:ext uri="{FF2B5EF4-FFF2-40B4-BE49-F238E27FC236}">
                <a16:creationId xmlns:a16="http://schemas.microsoft.com/office/drawing/2014/main" id="{496B67B0-259D-139E-4B6A-59ED71F1AADB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2228758" y="1542686"/>
            <a:ext cx="4781642" cy="590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0" tIns="45711" rIns="91419" bIns="45711">
            <a:spAutoFit/>
          </a:bodyPr>
          <a:lstStyle>
            <a:defPPr>
              <a:defRPr lang="de-DE"/>
            </a:defPPr>
            <a:lvl1pPr defTabSz="912791">
              <a:lnSpc>
                <a:spcPct val="90000"/>
              </a:lnSpc>
              <a:defRPr sz="36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bg1"/>
                </a:solidFill>
                <a:effectLst/>
                <a:latin typeface="CG Omega" panose="020B05020505080203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en-US" dirty="0"/>
              <a:t>Company Overview</a:t>
            </a:r>
            <a:endParaRPr lang="en-IN" altLang="en-US" dirty="0"/>
          </a:p>
        </p:txBody>
      </p:sp>
    </p:spTree>
    <p:extLst>
      <p:ext uri="{BB962C8B-B14F-4D97-AF65-F5344CB8AC3E}">
        <p14:creationId xmlns:p14="http://schemas.microsoft.com/office/powerpoint/2010/main" val="644749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6823-62EF-2070-0F24-3B155B84C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302079-00BA-FFA9-1498-9D42828F0AF5}"/>
              </a:ext>
            </a:extLst>
          </p:cNvPr>
          <p:cNvSpPr txBox="1"/>
          <p:nvPr/>
        </p:nvSpPr>
        <p:spPr>
          <a:xfrm>
            <a:off x="0" y="111760"/>
            <a:ext cx="7955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Table of Contents</a:t>
            </a: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AFFE3A-6FB0-0043-D5E1-40EBBF61AE5B}"/>
              </a:ext>
            </a:extLst>
          </p:cNvPr>
          <p:cNvSpPr txBox="1">
            <a:spLocks/>
          </p:cNvSpPr>
          <p:nvPr/>
        </p:nvSpPr>
        <p:spPr>
          <a:xfrm>
            <a:off x="8376000" y="6706875"/>
            <a:ext cx="768000" cy="1800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de-DE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CG Omega" panose="020B05020505080203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Arial" charset="0"/>
              </a:defRPr>
            </a:lvl9pPr>
          </a:lstStyle>
          <a:p>
            <a:fld id="{A1C8681C-2A77-4AAF-85F5-FADDA7C0E1A4}" type="slidenum">
              <a:rPr lang="en-IN" sz="1100" smtClean="0"/>
              <a:pPr/>
              <a:t>2</a:t>
            </a:fld>
            <a:r>
              <a:rPr lang="en-IN" sz="1100" dirty="0"/>
              <a:t>/19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00555CDB-F66D-BDED-EDDE-997A81E51286}"/>
              </a:ext>
            </a:extLst>
          </p:cNvPr>
          <p:cNvSpPr txBox="1"/>
          <p:nvPr/>
        </p:nvSpPr>
        <p:spPr>
          <a:xfrm>
            <a:off x="141021" y="748029"/>
            <a:ext cx="8616900" cy="33823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54965" algn="l"/>
                <a:tab pos="2443480" algn="l"/>
              </a:tabLst>
            </a:pPr>
            <a:r>
              <a:rPr spc="-10" dirty="0">
                <a:latin typeface="Calibri"/>
                <a:cs typeface="Calibri"/>
              </a:rPr>
              <a:t>Introduction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t</a:t>
            </a:r>
            <a:r>
              <a:rPr lang="en-US" spc="-25" dirty="0">
                <a:latin typeface="Calibri"/>
                <a:cs typeface="Calibri"/>
              </a:rPr>
              <a:t>o </a:t>
            </a:r>
            <a:r>
              <a:rPr dirty="0">
                <a:latin typeface="Calibri"/>
                <a:cs typeface="Calibri"/>
              </a:rPr>
              <a:t>Group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Profile</a:t>
            </a:r>
            <a:endParaRPr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00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>
                <a:latin typeface="Calibri"/>
                <a:cs typeface="Calibri"/>
              </a:rPr>
              <a:t>Plant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Locations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&amp;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message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from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management</a:t>
            </a:r>
            <a:endParaRPr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00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>
                <a:latin typeface="Calibri"/>
                <a:cs typeface="Calibri"/>
              </a:rPr>
              <a:t>Our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Vision,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Core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Value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&amp;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Mission</a:t>
            </a:r>
            <a:endParaRPr dirty="0">
              <a:latin typeface="Calibri"/>
              <a:cs typeface="Calibri"/>
            </a:endParaRPr>
          </a:p>
          <a:p>
            <a:pPr marL="354965" marR="5080" indent="-342900">
              <a:lnSpc>
                <a:spcPct val="2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spc="-10" dirty="0">
                <a:latin typeface="Calibri"/>
                <a:cs typeface="Calibri"/>
              </a:rPr>
              <a:t>Introduction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Company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Profile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&amp;</a:t>
            </a:r>
            <a:r>
              <a:rPr spc="-9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Products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along</a:t>
            </a:r>
            <a:r>
              <a:rPr spc="-1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its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variants/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Product</a:t>
            </a:r>
            <a:r>
              <a:rPr spc="-8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Range, </a:t>
            </a:r>
            <a:r>
              <a:rPr dirty="0">
                <a:latin typeface="Calibri"/>
                <a:cs typeface="Calibri"/>
              </a:rPr>
              <a:t>Major</a:t>
            </a:r>
            <a:r>
              <a:rPr spc="-10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Customers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etc.</a:t>
            </a:r>
            <a:endParaRPr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000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>
                <a:latin typeface="Calibri"/>
                <a:cs typeface="Calibri"/>
              </a:rPr>
              <a:t>Plant</a:t>
            </a:r>
            <a:r>
              <a:rPr spc="-10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Layout</a:t>
            </a:r>
            <a:endParaRPr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4804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FBDE6-EF72-41DE-E48E-43557B341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F2666C-7656-C0A3-1590-4BD4F7145376}"/>
              </a:ext>
            </a:extLst>
          </p:cNvPr>
          <p:cNvSpPr txBox="1"/>
          <p:nvPr/>
        </p:nvSpPr>
        <p:spPr>
          <a:xfrm>
            <a:off x="0" y="111760"/>
            <a:ext cx="7955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 to Group Profile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CEF044-0D0D-B05F-B9DF-07476B9B1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3920"/>
            <a:ext cx="9144000" cy="510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616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0C28D2FD-5692-C596-3362-7C7B5D1C2F6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" y="894080"/>
            <a:ext cx="8950960" cy="51612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A68064-040E-BE5A-21A7-0B03331C5BA6}"/>
              </a:ext>
            </a:extLst>
          </p:cNvPr>
          <p:cNvSpPr txBox="1"/>
          <p:nvPr/>
        </p:nvSpPr>
        <p:spPr>
          <a:xfrm>
            <a:off x="0" y="111760"/>
            <a:ext cx="7955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 to Group Profile</a:t>
            </a:r>
          </a:p>
        </p:txBody>
      </p:sp>
    </p:spTree>
    <p:extLst>
      <p:ext uri="{BB962C8B-B14F-4D97-AF65-F5344CB8AC3E}">
        <p14:creationId xmlns:p14="http://schemas.microsoft.com/office/powerpoint/2010/main" val="1173788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E30FF7-7196-5749-6CB9-2A33CD3C3DDB}"/>
              </a:ext>
            </a:extLst>
          </p:cNvPr>
          <p:cNvSpPr txBox="1"/>
          <p:nvPr/>
        </p:nvSpPr>
        <p:spPr>
          <a:xfrm>
            <a:off x="0" y="111760"/>
            <a:ext cx="7955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Plant Locations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A758C1-F21C-AC1F-162C-AFF9791F7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920" y="700332"/>
            <a:ext cx="6096000" cy="574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51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8EE768-9D22-7687-F5EC-7E9311068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30" y="776989"/>
            <a:ext cx="8077900" cy="57917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615E41-E60C-2C2E-16C2-2CDE51928D0D}"/>
              </a:ext>
            </a:extLst>
          </p:cNvPr>
          <p:cNvSpPr txBox="1"/>
          <p:nvPr/>
        </p:nvSpPr>
        <p:spPr>
          <a:xfrm>
            <a:off x="0" y="111760"/>
            <a:ext cx="7955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Message from Management</a:t>
            </a:r>
          </a:p>
        </p:txBody>
      </p:sp>
    </p:spTree>
    <p:extLst>
      <p:ext uri="{BB962C8B-B14F-4D97-AF65-F5344CB8AC3E}">
        <p14:creationId xmlns:p14="http://schemas.microsoft.com/office/powerpoint/2010/main" val="3167028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61274A-ADEC-A317-A4E1-BB504E9B8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00" y="755650"/>
            <a:ext cx="5634459" cy="58483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1ED721-AF63-738A-CBEB-74F24D5BDEFD}"/>
              </a:ext>
            </a:extLst>
          </p:cNvPr>
          <p:cNvSpPr txBox="1"/>
          <p:nvPr/>
        </p:nvSpPr>
        <p:spPr>
          <a:xfrm>
            <a:off x="0" y="111760"/>
            <a:ext cx="7955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Our Vision, Core Value &amp; Mission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DCD3CC46-9143-55B9-A2E3-DA591F616EDD}"/>
              </a:ext>
            </a:extLst>
          </p:cNvPr>
          <p:cNvSpPr txBox="1"/>
          <p:nvPr/>
        </p:nvSpPr>
        <p:spPr>
          <a:xfrm>
            <a:off x="5956925" y="755650"/>
            <a:ext cx="3051175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438150">
              <a:lnSpc>
                <a:spcPct val="100000"/>
              </a:lnSpc>
              <a:spcBef>
                <a:spcPts val="170"/>
              </a:spcBef>
            </a:pPr>
            <a:r>
              <a:rPr sz="3200" b="1" dirty="0">
                <a:latin typeface="Times New Roman"/>
                <a:cs typeface="Times New Roman"/>
              </a:rPr>
              <a:t>Our</a:t>
            </a:r>
            <a:r>
              <a:rPr sz="3200" b="1" spc="-6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Mission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360310CD-1539-05D8-E9CE-73D95272ADC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192" y="1620774"/>
            <a:ext cx="1956053" cy="1838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14FDED-CC08-1662-CC88-8A20000B0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0773" y="3970663"/>
            <a:ext cx="3138889" cy="209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928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AB35A4-AD75-E903-7E67-76530D1DAFE5}"/>
              </a:ext>
            </a:extLst>
          </p:cNvPr>
          <p:cNvSpPr txBox="1"/>
          <p:nvPr/>
        </p:nvSpPr>
        <p:spPr>
          <a:xfrm>
            <a:off x="0" y="111760"/>
            <a:ext cx="7955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Our Products along with its variants</a:t>
            </a:r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9E85A97B-A76B-8C0D-CABE-48E62DB67043}"/>
              </a:ext>
            </a:extLst>
          </p:cNvPr>
          <p:cNvGrpSpPr/>
          <p:nvPr/>
        </p:nvGrpSpPr>
        <p:grpSpPr>
          <a:xfrm>
            <a:off x="92610" y="732541"/>
            <a:ext cx="8887801" cy="4489699"/>
            <a:chOff x="2602992" y="848741"/>
            <a:chExt cx="9491726" cy="5956362"/>
          </a:xfrm>
        </p:grpSpPr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419E1672-93BA-8D2D-3EBC-545B858FB80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4516" y="850391"/>
              <a:ext cx="2922016" cy="2887979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ED40A1D4-3735-0B56-E961-BE4AA2FF581D}"/>
                </a:ext>
              </a:extLst>
            </p:cNvPr>
            <p:cNvSpPr/>
            <p:nvPr/>
          </p:nvSpPr>
          <p:spPr>
            <a:xfrm>
              <a:off x="2602992" y="848741"/>
              <a:ext cx="2923540" cy="2891155"/>
            </a:xfrm>
            <a:custGeom>
              <a:avLst/>
              <a:gdLst/>
              <a:ahLst/>
              <a:cxnLst/>
              <a:rect l="l" t="t" r="r" b="b"/>
              <a:pathLst>
                <a:path w="2923540" h="2891154">
                  <a:moveTo>
                    <a:pt x="0" y="2891155"/>
                  </a:moveTo>
                  <a:lnTo>
                    <a:pt x="2923159" y="2891155"/>
                  </a:lnTo>
                  <a:lnTo>
                    <a:pt x="2923159" y="0"/>
                  </a:lnTo>
                  <a:lnTo>
                    <a:pt x="0" y="0"/>
                  </a:lnTo>
                  <a:lnTo>
                    <a:pt x="0" y="289115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0C739F98-F62F-F8AF-66EE-5D45B160A8A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1284" y="850390"/>
              <a:ext cx="6391656" cy="5952742"/>
            </a:xfrm>
            <a:prstGeom prst="rect">
              <a:avLst/>
            </a:prstGeom>
          </p:spPr>
        </p:pic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8A567A75-AAE6-442F-4EF3-311F256459E9}"/>
                </a:ext>
              </a:extLst>
            </p:cNvPr>
            <p:cNvSpPr/>
            <p:nvPr/>
          </p:nvSpPr>
          <p:spPr>
            <a:xfrm>
              <a:off x="5699633" y="848803"/>
              <a:ext cx="6395085" cy="5956300"/>
            </a:xfrm>
            <a:custGeom>
              <a:avLst/>
              <a:gdLst/>
              <a:ahLst/>
              <a:cxnLst/>
              <a:rect l="l" t="t" r="r" b="b"/>
              <a:pathLst>
                <a:path w="6395084" h="5956300">
                  <a:moveTo>
                    <a:pt x="0" y="5955919"/>
                  </a:moveTo>
                  <a:lnTo>
                    <a:pt x="6394830" y="5955919"/>
                  </a:lnTo>
                  <a:lnTo>
                    <a:pt x="6394830" y="0"/>
                  </a:lnTo>
                  <a:lnTo>
                    <a:pt x="0" y="0"/>
                  </a:lnTo>
                  <a:lnTo>
                    <a:pt x="0" y="595591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5ED6B56F-132D-8559-E700-888137369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779708"/>
              </p:ext>
            </p:extLst>
          </p:nvPr>
        </p:nvGraphicFramePr>
        <p:xfrm>
          <a:off x="92610" y="5354193"/>
          <a:ext cx="8886491" cy="10872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7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7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72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7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19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Sno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Model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65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312420" marR="276225" indent="-29209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Short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code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61925" marR="154305" indent="12763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of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varients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321945" marR="191135" indent="-12382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Vehicle 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2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1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lang="en-US" sz="1600" b="0" spc="-10" dirty="0">
                          <a:latin typeface="Arial"/>
                          <a:cs typeface="Arial"/>
                        </a:rPr>
                        <a:t>Y17</a:t>
                      </a:r>
                      <a:endParaRPr sz="1600" b="0" dirty="0">
                        <a:latin typeface="Arial"/>
                        <a:cs typeface="Arial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lang="en-US" sz="1600" dirty="0">
                          <a:latin typeface="Arial MT"/>
                          <a:cs typeface="Arial MT"/>
                        </a:rPr>
                        <a:t>Y17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600" spc="-50" dirty="0">
                          <a:latin typeface="Arial MT"/>
                          <a:cs typeface="Arial MT"/>
                        </a:rPr>
                        <a:t>8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lang="en-US" sz="1600" spc="-15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6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latin typeface="Arial MT"/>
                          <a:cs typeface="Arial MT"/>
                        </a:rPr>
                        <a:t>seater</a:t>
                      </a:r>
                      <a:endParaRPr sz="1600" dirty="0">
                        <a:latin typeface="Arial MT"/>
                        <a:cs typeface="Arial MT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1C7C4FA1-966F-EAB2-9549-2D2B55304B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13941"/>
          <a:stretch>
            <a:fillRect/>
          </a:stretch>
        </p:blipFill>
        <p:spPr>
          <a:xfrm>
            <a:off x="585072" y="3042596"/>
            <a:ext cx="1604252" cy="217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529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8F2E9E-1B7C-7C8F-1A59-75EBD07A0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1056765"/>
            <a:ext cx="8778240" cy="47444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D69F18-4061-BA25-35FC-3719A8E538FF}"/>
              </a:ext>
            </a:extLst>
          </p:cNvPr>
          <p:cNvSpPr txBox="1"/>
          <p:nvPr/>
        </p:nvSpPr>
        <p:spPr>
          <a:xfrm>
            <a:off x="0" y="111760"/>
            <a:ext cx="7955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Policy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88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8A5075-A5EF-692C-5EB7-C55F1A8F671B}"/>
              </a:ext>
            </a:extLst>
          </p:cNvPr>
          <p:cNvSpPr txBox="1"/>
          <p:nvPr/>
        </p:nvSpPr>
        <p:spPr>
          <a:xfrm>
            <a:off x="0" y="111760"/>
            <a:ext cx="7955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Policy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5AF980-4D63-43B8-F5AC-B49D8220A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425" y="795828"/>
            <a:ext cx="5698655" cy="555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43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7">
            <a:extLst>
              <a:ext uri="{FF2B5EF4-FFF2-40B4-BE49-F238E27FC236}">
                <a16:creationId xmlns:a16="http://schemas.microsoft.com/office/drawing/2014/main" id="{E5FF06CC-0A6B-9467-5B9C-DB8D98C59A4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80" y="670560"/>
            <a:ext cx="4389120" cy="6045199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C20E17FC-3943-DEAB-C327-45E77630755A}"/>
              </a:ext>
            </a:extLst>
          </p:cNvPr>
          <p:cNvSpPr txBox="1"/>
          <p:nvPr/>
        </p:nvSpPr>
        <p:spPr>
          <a:xfrm>
            <a:off x="4714875" y="2734944"/>
            <a:ext cx="4164965" cy="10191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0" b="1" spc="-330" dirty="0">
                <a:solidFill>
                  <a:srgbClr val="1F5FAC"/>
                </a:solidFill>
                <a:latin typeface="Tahoma"/>
                <a:cs typeface="Tahoma"/>
              </a:rPr>
              <a:t>Thank</a:t>
            </a:r>
            <a:r>
              <a:rPr sz="6500" b="1" spc="-60" dirty="0">
                <a:solidFill>
                  <a:srgbClr val="1F5FAC"/>
                </a:solidFill>
                <a:latin typeface="Tahoma"/>
                <a:cs typeface="Tahoma"/>
              </a:rPr>
              <a:t> </a:t>
            </a:r>
            <a:r>
              <a:rPr sz="6500" b="1" spc="-70" dirty="0">
                <a:solidFill>
                  <a:srgbClr val="1F5FAC"/>
                </a:solidFill>
                <a:latin typeface="Tahoma"/>
                <a:cs typeface="Tahoma"/>
              </a:rPr>
              <a:t>You</a:t>
            </a:r>
            <a:endParaRPr sz="6500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75976836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00"/>
        </a:solidFill>
        <a:ln w="19050" cap="flat" cmpd="sng" algn="ctr">
          <a:solidFill>
            <a:srgbClr val="B2B2B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6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Arial" charset="0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00"/>
        </a:solidFill>
        <a:ln w="19050" cap="flat" cmpd="sng" algn="ctr">
          <a:solidFill>
            <a:srgbClr val="B2B2B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6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Arial" charset="0"/>
            <a:ea typeface="ＭＳ Ｐゴシック" pitchFamily="50" charset="-128"/>
          </a:defRPr>
        </a:defPPr>
      </a:lstStyle>
    </a:ln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4_テーマ1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00"/>
        </a:solidFill>
        <a:ln w="19050" cap="flat" cmpd="sng" algn="ctr">
          <a:solidFill>
            <a:srgbClr val="B2B2B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6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Arial" charset="0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00"/>
        </a:solidFill>
        <a:ln w="19050" cap="flat" cmpd="sng" algn="ctr">
          <a:solidFill>
            <a:srgbClr val="B2B2B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6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Arial" charset="0"/>
            <a:ea typeface="ＭＳ Ｐゴシック" pitchFamily="50" charset="-128"/>
          </a:defRPr>
        </a:defPPr>
      </a:lstStyle>
    </a:ln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00"/>
        </a:solidFill>
        <a:ln w="19050" cap="flat" cmpd="sng" algn="ctr">
          <a:solidFill>
            <a:srgbClr val="B2B2B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6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Arial" charset="0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00"/>
        </a:solidFill>
        <a:ln w="19050" cap="flat" cmpd="sng" algn="ctr">
          <a:solidFill>
            <a:srgbClr val="B2B2B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6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Arial" charset="0"/>
            <a:ea typeface="ＭＳ Ｐゴシック" pitchFamily="50" charset="-128"/>
          </a:defRPr>
        </a:defPPr>
      </a:lstStyle>
    </a:ln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テーマ1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00"/>
        </a:solidFill>
        <a:ln w="19050" cap="flat" cmpd="sng" algn="ctr">
          <a:solidFill>
            <a:srgbClr val="B2B2B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6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Arial" charset="0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00"/>
        </a:solidFill>
        <a:ln w="19050" cap="flat" cmpd="sng" algn="ctr">
          <a:solidFill>
            <a:srgbClr val="B2B2B2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6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Arial" charset="0"/>
            <a:ea typeface="ＭＳ Ｐゴシック" pitchFamily="50" charset="-128"/>
          </a:defRPr>
        </a:defPPr>
      </a:lstStyle>
    </a:ln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284df23-3150-481e-b17b-48dec6f4584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FABED4D18E49488B99584907F755C0" ma:contentTypeVersion="5" ma:contentTypeDescription="Create a new document." ma:contentTypeScope="" ma:versionID="1c9246b1bb23d774cc52a5a6976908a3">
  <xsd:schema xmlns:xsd="http://www.w3.org/2001/XMLSchema" xmlns:xs="http://www.w3.org/2001/XMLSchema" xmlns:p="http://schemas.microsoft.com/office/2006/metadata/properties" xmlns:ns3="0284df23-3150-481e-b17b-48dec6f45845" targetNamespace="http://schemas.microsoft.com/office/2006/metadata/properties" ma:root="true" ma:fieldsID="00774dcb98d02202f93fba237a79f9db" ns3:_="">
    <xsd:import namespace="0284df23-3150-481e-b17b-48dec6f4584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84df23-3150-481e-b17b-48dec6f458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524A8B-3F57-43DD-A576-16030CD9C5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585705-7A2A-4BC9-A76E-CB19F86CB8F8}">
  <ds:schemaRefs>
    <ds:schemaRef ds:uri="http://schemas.microsoft.com/office/2006/documentManagement/types"/>
    <ds:schemaRef ds:uri="http://purl.org/dc/elements/1.1/"/>
    <ds:schemaRef ds:uri="http://purl.org/dc/terms/"/>
    <ds:schemaRef ds:uri="0284df23-3150-481e-b17b-48dec6f45845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1D4F461-8092-444F-A414-A01FBC59AE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84df23-3150-481e-b17b-48dec6f458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67840</TotalTime>
  <Words>100</Words>
  <Application>Microsoft Office PowerPoint</Application>
  <PresentationFormat>On-screen Show (4:3)</PresentationFormat>
  <Paragraphs>32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Arial</vt:lpstr>
      <vt:lpstr>Arial MT</vt:lpstr>
      <vt:lpstr>Calibri</vt:lpstr>
      <vt:lpstr>Calibri Light</vt:lpstr>
      <vt:lpstr>CG Omega</vt:lpstr>
      <vt:lpstr>Tahoma</vt:lpstr>
      <vt:lpstr>Times New Roman</vt:lpstr>
      <vt:lpstr>Wingdings</vt:lpstr>
      <vt:lpstr>2_Office Theme</vt:lpstr>
      <vt:lpstr>2_標準デザイン</vt:lpstr>
      <vt:lpstr>4_テーマ1</vt:lpstr>
      <vt:lpstr>3_標準デザイン</vt:lpstr>
      <vt:lpstr>テーマ1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Kedar Sharma</dc:creator>
  <cp:lastModifiedBy>Rishi Pal</cp:lastModifiedBy>
  <cp:revision>7066</cp:revision>
  <cp:lastPrinted>2023-12-08T17:15:31Z</cp:lastPrinted>
  <dcterms:created xsi:type="dcterms:W3CDTF">2020-03-07T03:42:40Z</dcterms:created>
  <dcterms:modified xsi:type="dcterms:W3CDTF">2025-08-02T09:27:40Z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0x010100ADFABED4D18E49488B99584907F755C0</vt:lpwstr>
  </property>
</Properties>
</file>